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78562" autoAdjust="0"/>
  </p:normalViewPr>
  <p:slideViewPr>
    <p:cSldViewPr snapToGrid="0">
      <p:cViewPr varScale="1">
        <p:scale>
          <a:sx n="65" d="100"/>
          <a:sy n="65" d="100"/>
        </p:scale>
        <p:origin x="696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B53225-A7D3-4664-8EC7-8874A5BC8FCA}" type="datetimeFigureOut">
              <a:rPr lang="it-IT" smtClean="0"/>
              <a:t>17/12/2025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998B05-6DDB-42C2-AB18-3F7D898E43D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169664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In questo progetto abbiamo realizzato un sistema di raccomandazione musicale interattivo, che simula il comportamento di un AI DJ.</a:t>
            </a:r>
            <a:br>
              <a:rPr lang="it-IT" dirty="0"/>
            </a:br>
            <a:r>
              <a:rPr lang="it-IT" dirty="0"/>
              <a:t>Il sistema apprende progressivamente i gusti dell’utente attraverso il feedback diretto.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998B05-6DDB-42C2-AB18-3F7D898E43DD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561334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Oggi le piattaforme musicali hanno un’enorme quantità di musica disponibile.</a:t>
            </a:r>
            <a:br>
              <a:rPr lang="it-IT" dirty="0"/>
            </a:br>
            <a:r>
              <a:rPr lang="it-IT" dirty="0"/>
              <a:t>Il problema non è l’offerta, ma riuscire a proporre all’utente brani rilevanti.</a:t>
            </a:r>
            <a:br>
              <a:rPr lang="it-IT" dirty="0"/>
            </a:br>
            <a:r>
              <a:rPr lang="it-IT" dirty="0"/>
              <a:t>Questo diventa particolarmente difficile all’inizio, quando il sistema non conosce ancora i gusti dell’utente: è il cosiddetto problema del </a:t>
            </a:r>
            <a:r>
              <a:rPr lang="it-IT" i="1" dirty="0" err="1"/>
              <a:t>cold</a:t>
            </a:r>
            <a:r>
              <a:rPr lang="it-IT" i="1" dirty="0"/>
              <a:t> start</a:t>
            </a:r>
            <a:r>
              <a:rPr lang="it-IT" dirty="0"/>
              <a:t>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998B05-6DDB-42C2-AB18-3F7D898E43DD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77930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L’obiettivo del progetto è simulare un AI DJ capace di apprendere progressivamente dai feedback dell’utente.</a:t>
            </a:r>
            <a:br>
              <a:rPr lang="it-IT" dirty="0"/>
            </a:br>
            <a:r>
              <a:rPr lang="it-IT"/>
              <a:t>Il sistema parte senza alcuna informazione iniziale e, attraverso un ciclo di Active Learning, migliora le raccomandazioni nel tempo.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998B05-6DDB-42C2-AB18-3F7D898E43DD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317741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EA867AA-B1D0-200C-7A96-12FEAC0C4F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A4CC7BB7-10B4-A7EC-44F0-C609EDC713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8427240-DC41-E786-689E-D288EF3D0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33CF4-A68C-426A-AD7B-E0E3E453C051}" type="datetimeFigureOut">
              <a:rPr lang="it-IT" smtClean="0"/>
              <a:t>17/12/2025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0DAC73A-3044-A5FA-4311-EE85CDE86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6E957E2-D810-BABB-61FE-573226C1F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11F5A-56F8-41EA-8105-2F592B77E15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892115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EBFBC3C-462F-453A-B501-DD50ACEE3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F57F9D1-ED15-234F-BA1A-74F50CE119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3AF0BAC-7649-C626-4567-E714B0CA9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33CF4-A68C-426A-AD7B-E0E3E453C051}" type="datetimeFigureOut">
              <a:rPr lang="it-IT" smtClean="0"/>
              <a:t>17/12/2025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AB7BCFB-B758-2120-3771-6EB38CC1E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0CDDAED-C5E4-1394-12C1-2CF251EB7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11F5A-56F8-41EA-8105-2F592B77E15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448653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CD29F59-73E5-5A95-C897-BF3125F95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125B4DE-32C5-B6B1-D560-0D7970DF4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7C8F413-8848-3308-13B1-DA1E349E3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33CF4-A68C-426A-AD7B-E0E3E453C051}" type="datetimeFigureOut">
              <a:rPr lang="it-IT" smtClean="0"/>
              <a:t>17/12/2025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3BC4D88-9F37-DAA6-5329-ACFFF9564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1EAA48E-7B11-0A77-EFFD-5C743A963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11F5A-56F8-41EA-8105-2F592B77E15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591884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330D3AD-569A-4B75-F506-22B1E32B4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3079EAC-8B4D-42F0-81FB-A3E30915D6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18E33165-3343-C880-64B9-ABF4F71EFD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A7A0C70A-E5E9-97F5-A461-06223635C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33CF4-A68C-426A-AD7B-E0E3E453C051}" type="datetimeFigureOut">
              <a:rPr lang="it-IT" smtClean="0"/>
              <a:t>17/12/2025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88D441AC-C9BF-9EBC-083C-7CD7E3CDF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658C5488-3706-4B6D-0E68-6489C87B6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11F5A-56F8-41EA-8105-2F592B77E15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73517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6C1E0D5-467F-3416-EF9B-9F8543057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C4B5EAE-1113-054D-3CD6-04F79FCDC7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D4ECF5F4-A8A1-DAC4-B0C7-310ECFD86D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AA4DB98B-F9E7-551A-1DCC-82BC18E29F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0397F57C-37ED-CE78-ECE8-180929F4AF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8FA02B36-7951-095B-9B36-B2A7CE9D6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33CF4-A68C-426A-AD7B-E0E3E453C051}" type="datetimeFigureOut">
              <a:rPr lang="it-IT" smtClean="0"/>
              <a:t>17/12/2025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B4FD26B4-FD4B-0F4A-8F6D-73EB67A60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E8EC28C9-4227-58E8-390A-E037EF798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11F5A-56F8-41EA-8105-2F592B77E15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755089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A559B49-79FF-DD23-AF95-51B606564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B5779633-85D7-0D16-CDF6-6313E4449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33CF4-A68C-426A-AD7B-E0E3E453C051}" type="datetimeFigureOut">
              <a:rPr lang="it-IT" smtClean="0"/>
              <a:t>17/12/2025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1691879D-38E7-D013-A6E1-FDB366FBA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ED6EB628-617E-7A1B-F1C6-54EE6FF0A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11F5A-56F8-41EA-8105-2F592B77E15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900887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08ABD67E-C0E3-07B0-349B-CAED7FD68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33CF4-A68C-426A-AD7B-E0E3E453C051}" type="datetimeFigureOut">
              <a:rPr lang="it-IT" smtClean="0"/>
              <a:t>17/12/2025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65FE4CFD-74E2-BFFA-EC49-FDBB84762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5E6C5B2-50FB-DDBB-51F4-8303D493E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11F5A-56F8-41EA-8105-2F592B77E15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389142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A123D99-0E64-3185-55D2-53DFF252C2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27DF0EA-6B24-5417-76AE-DA3881056F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2F43E20E-EC72-DAFE-81A6-28C9E0C708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0041841F-BAFF-DEC5-87AF-21DCDA567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33CF4-A68C-426A-AD7B-E0E3E453C051}" type="datetimeFigureOut">
              <a:rPr lang="it-IT" smtClean="0"/>
              <a:t>17/12/2025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1D270AAA-66FD-3F7B-A54A-8C0CC80F8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E32FF7FB-6C56-CDBB-4B2C-1E100613A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11F5A-56F8-41EA-8105-2F592B77E15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05764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03174C9-D3A9-0BF3-E16A-ADFCF6D92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BF02E323-333D-B167-7C38-F90475C0EA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F8699F0B-5355-3F01-406D-813315CAB0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F25D4DC-B070-A314-2A18-A370C1F01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33CF4-A68C-426A-AD7B-E0E3E453C051}" type="datetimeFigureOut">
              <a:rPr lang="it-IT" smtClean="0"/>
              <a:t>17/12/2025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560E19F5-268D-1BB3-BDEF-BA44BB3E8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C6BCE7C-7B6C-A3CD-BFAB-9F71E45E3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11F5A-56F8-41EA-8105-2F592B77E15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581989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D5BB15E-733D-7E4C-7E0A-B2A9B4186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AA7AEA6C-500C-B184-EC66-F4B20299B6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D780575-6B2E-D2FC-E328-8CEAC5FBB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33CF4-A68C-426A-AD7B-E0E3E453C051}" type="datetimeFigureOut">
              <a:rPr lang="it-IT" smtClean="0"/>
              <a:t>17/12/2025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45D1CB9-585C-9A4C-E5F9-02C600249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2062C7B-B96E-EEBC-92CE-A53E1E0DF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11F5A-56F8-41EA-8105-2F592B77E15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778549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CD607599-D228-91D8-1AE2-40D045CD03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9BF4BFBA-80CD-CE23-AF61-6C9225FF2F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E29DBEF-7733-AE8F-E2D3-1A07F69D7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33CF4-A68C-426A-AD7B-E0E3E453C051}" type="datetimeFigureOut">
              <a:rPr lang="it-IT" smtClean="0"/>
              <a:t>17/12/2025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45EA8D5-DE8C-74A0-5C0C-298BF81CE8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3C6FF3F-5169-C230-1317-AC82EDBFC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11F5A-56F8-41EA-8105-2F592B77E15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207516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2D759B5E-3AB3-0687-2013-302600901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B18D8F8-F5B6-76A1-C7A9-49046411E4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9C7244F-0E36-3AE2-38B7-76783288A8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833CF4-A68C-426A-AD7B-E0E3E453C051}" type="datetimeFigureOut">
              <a:rPr lang="it-IT" smtClean="0"/>
              <a:t>17/12/2025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367EF52-DF46-A626-2CC2-0654B724EA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FC36474-EB8A-35F9-55E2-1EED6F9CA7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E11F5A-56F8-41EA-8105-2F592B77E15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059287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DC91AC0-9F52-A4C4-EF11-A4918FBD343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68F550A6-C649-4BAC-BC81-D29D97301D9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it-IT"/>
          </a:p>
        </p:txBody>
      </p:sp>
      <p:pic>
        <p:nvPicPr>
          <p:cNvPr id="5" name="Immagine 4" descr="Immagine che contiene testo, grafica, schermata, Elementi grafici">
            <a:extLst>
              <a:ext uri="{FF2B5EF4-FFF2-40B4-BE49-F238E27FC236}">
                <a16:creationId xmlns:a16="http://schemas.microsoft.com/office/drawing/2014/main" id="{DBBEF1F8-F269-541B-3B24-9AC0DD27C3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688" y="0"/>
            <a:ext cx="12208513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54006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69725F6-6CB3-6610-8F5C-E623704B1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pic>
        <p:nvPicPr>
          <p:cNvPr id="5" name="Segnaposto contenuto 4" descr="Immagine che contiene testo, schermata, vestiti, multimediale&#10;&#10;Il contenuto generato dall'IA potrebbe non essere corretto.">
            <a:extLst>
              <a:ext uri="{FF2B5EF4-FFF2-40B4-BE49-F238E27FC236}">
                <a16:creationId xmlns:a16="http://schemas.microsoft.com/office/drawing/2014/main" id="{FEEA62D7-CE93-A875-0DC2-14ABDD5FE4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909" y="0"/>
            <a:ext cx="12182863" cy="6858000"/>
          </a:xfrm>
        </p:spPr>
      </p:pic>
    </p:spTree>
    <p:extLst>
      <p:ext uri="{BB962C8B-B14F-4D97-AF65-F5344CB8AC3E}">
        <p14:creationId xmlns:p14="http://schemas.microsoft.com/office/powerpoint/2010/main" val="9579140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1674B4C-FF90-AD0B-E19E-0DBFD7577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pic>
        <p:nvPicPr>
          <p:cNvPr id="5" name="Segnaposto contenuto 4" descr="Immagine che contiene testo, schermata, logo, Carattere">
            <a:extLst>
              <a:ext uri="{FF2B5EF4-FFF2-40B4-BE49-F238E27FC236}">
                <a16:creationId xmlns:a16="http://schemas.microsoft.com/office/drawing/2014/main" id="{DADAD4D3-9A6C-E5CD-4598-4E31EF12C5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261064534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127</Words>
  <Application>Microsoft Office PowerPoint</Application>
  <PresentationFormat>Widescreen</PresentationFormat>
  <Paragraphs>6</Paragraphs>
  <Slides>3</Slides>
  <Notes>3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Tema di Office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Anna Firinu</dc:creator>
  <cp:lastModifiedBy>Anna Firinu</cp:lastModifiedBy>
  <cp:revision>1</cp:revision>
  <dcterms:created xsi:type="dcterms:W3CDTF">2025-12-17T15:59:43Z</dcterms:created>
  <dcterms:modified xsi:type="dcterms:W3CDTF">2025-12-17T16:08:31Z</dcterms:modified>
</cp:coreProperties>
</file>